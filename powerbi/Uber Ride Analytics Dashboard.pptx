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71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80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68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36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17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8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81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74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8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1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07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5A7C25-788A-42DF-9493-6B8515146EC8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F74E613-491F-4EED-A91E-BBA8182C17D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58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986" y="657725"/>
            <a:ext cx="10058400" cy="3176337"/>
          </a:xfrm>
        </p:spPr>
        <p:txBody>
          <a:bodyPr/>
          <a:lstStyle/>
          <a:p>
            <a:r>
              <a:rPr lang="en-IN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Uber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Ride Analytics Dashboard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                                                                        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</a:t>
            </a:r>
            <a:r>
              <a:rPr lang="en-I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Farzana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 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21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505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ride-hailing industry generates a large amount of real-time data such as bookings, cancellations, payments, and customer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data manually is difficult and time-consuming.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helps transform raw ride data into meaningful insights through interactive visualizations.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Uber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ride performance using a dynamic dashboard.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55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PROJECT OBJECTIVES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25616" y="1932867"/>
            <a:ext cx="693933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overall ride performance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total revenue and ride volume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peak booking hours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cancellation patterns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customer ratings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interactive and user-friendly dashboard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66966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228" y="-451334"/>
            <a:ext cx="10058400" cy="1450757"/>
          </a:xfrm>
        </p:spPr>
        <p:txBody>
          <a:bodyPr/>
          <a:lstStyle/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DATASET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8147"/>
            <a:ext cx="12191999" cy="5454315"/>
          </a:xfrm>
        </p:spPr>
      </p:pic>
    </p:spTree>
    <p:extLst>
      <p:ext uri="{BB962C8B-B14F-4D97-AF65-F5344CB8AC3E}">
        <p14:creationId xmlns:p14="http://schemas.microsoft.com/office/powerpoint/2010/main" val="219986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575" y="302645"/>
            <a:ext cx="10058400" cy="1450757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926"/>
            <a:ext cx="9763225" cy="4395537"/>
          </a:xfrm>
        </p:spPr>
        <p:txBody>
          <a:bodyPr>
            <a:noAutofit/>
          </a:bodyPr>
          <a:lstStyle/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contains ride-related information.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ID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Status (Success, Cancelled, Failed, Incomplete)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Value (Revenue)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Distance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helps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operational and financial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7249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06392"/>
            <a:ext cx="10058400" cy="1450757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732" y="2054281"/>
            <a:ext cx="10058400" cy="402336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 and dashboard creation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CSV Dataset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source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Power Query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Calculations and measures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used to convert raw data into interactive dashboards.</a:t>
            </a:r>
          </a:p>
        </p:txBody>
      </p:sp>
    </p:spTree>
    <p:extLst>
      <p:ext uri="{BB962C8B-B14F-4D97-AF65-F5344CB8AC3E}">
        <p14:creationId xmlns:p14="http://schemas.microsoft.com/office/powerpoint/2010/main" val="218378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-611755"/>
            <a:ext cx="10058400" cy="1450757"/>
          </a:xfrm>
        </p:spPr>
        <p:txBody>
          <a:bodyPr/>
          <a:lstStyle/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DASHBOARD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002"/>
            <a:ext cx="12118109" cy="5513671"/>
          </a:xfrm>
        </p:spPr>
      </p:pic>
    </p:spTree>
    <p:extLst>
      <p:ext uri="{BB962C8B-B14F-4D97-AF65-F5344CB8AC3E}">
        <p14:creationId xmlns:p14="http://schemas.microsoft.com/office/powerpoint/2010/main" val="340428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743" y="898358"/>
            <a:ext cx="10058400" cy="725378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Uber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Ride Dashboard provides a complete overview of ride performance.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includes:</a:t>
            </a:r>
          </a:p>
          <a:p>
            <a:pPr lvl="1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KPI metrics </a:t>
            </a:r>
          </a:p>
          <a:p>
            <a:pPr lvl="1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 and graphs </a:t>
            </a:r>
          </a:p>
          <a:p>
            <a:pPr lvl="1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</a:t>
            </a:r>
          </a:p>
          <a:p>
            <a:pPr lvl="1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designed to be visually appealing, simple, and interactive.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18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KPI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displays key performance indicators: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Total earnings from rides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bookings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Percentage of cancelled rides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satisfaction score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quick summary of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4981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46519"/>
          </a:xfrm>
        </p:spPr>
        <p:txBody>
          <a:bodyPr>
            <a:no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charts are used in the dashboard for better data representation: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compare revenue across different time slots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Chart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visualize peak booking hours and ride trends over time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compare revenue contribution by vehicle types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ride trends by weekday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Funnel Chart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represent revenue distribution by payment methods </a:t>
            </a:r>
          </a:p>
          <a:p>
            <a:pPr lvl="1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show booking status distribution (Success, Cancelled, etc.)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visualizations help in understanding patterns, comparisons, and trends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89266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FILTERS (INTERACTIVITY)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are used to make the dashboard interactive.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included:</a:t>
            </a:r>
          </a:p>
          <a:p>
            <a:pPr lvl="1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</a:t>
            </a:r>
          </a:p>
          <a:p>
            <a:pPr lvl="1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Range </a:t>
            </a:r>
          </a:p>
          <a:p>
            <a:pPr lvl="1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</a:p>
          <a:p>
            <a:pPr lvl="1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</a:t>
            </a:r>
          </a:p>
          <a:p>
            <a:pPr lvl="1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Type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dynamically explore data based on their selection.</a:t>
            </a:r>
          </a:p>
        </p:txBody>
      </p:sp>
    </p:spTree>
    <p:extLst>
      <p:ext uri="{BB962C8B-B14F-4D97-AF65-F5344CB8AC3E}">
        <p14:creationId xmlns:p14="http://schemas.microsoft.com/office/powerpoint/2010/main" val="279524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dashboard, we can observe:</a:t>
            </a:r>
          </a:p>
          <a:p>
            <a:pPr lvl="1"/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Evening time generates higher revenue </a:t>
            </a:r>
          </a:p>
          <a:p>
            <a:pPr lvl="1"/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Peak booking hours occur during specific time ranges </a:t>
            </a:r>
          </a:p>
          <a:p>
            <a:pPr lvl="1"/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UPI is the most used payment method </a:t>
            </a:r>
          </a:p>
          <a:p>
            <a:pPr lvl="1"/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vehicle types contribute more revenue </a:t>
            </a:r>
          </a:p>
          <a:p>
            <a:pPr lvl="1"/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portion of rides gets cancelled </a:t>
            </a:r>
          </a:p>
          <a:p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improve operational efficiency.</a:t>
            </a: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81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dirty="0"/>
              <a:t>The </a:t>
            </a:r>
            <a:r>
              <a:rPr lang="en-IN" sz="2500" dirty="0" err="1"/>
              <a:t>Uber</a:t>
            </a:r>
            <a:r>
              <a:rPr lang="en-IN" sz="2500" dirty="0"/>
              <a:t> Ride Analytics Dashboard effectively transforms raw data into meaningful insights.</a:t>
            </a:r>
          </a:p>
          <a:p>
            <a:r>
              <a:rPr lang="en-IN" sz="2500" dirty="0"/>
              <a:t>It helps in:</a:t>
            </a:r>
          </a:p>
          <a:p>
            <a:pPr lvl="1"/>
            <a:r>
              <a:rPr lang="en-IN" sz="2500" dirty="0"/>
              <a:t>Monitoring ride performance </a:t>
            </a:r>
          </a:p>
          <a:p>
            <a:pPr lvl="1"/>
            <a:r>
              <a:rPr lang="en-IN" sz="2500" dirty="0"/>
              <a:t>Understanding customer </a:t>
            </a:r>
            <a:r>
              <a:rPr lang="en-IN" sz="2500" dirty="0" err="1"/>
              <a:t>behavior</a:t>
            </a:r>
            <a:r>
              <a:rPr lang="en-IN" sz="2500" dirty="0"/>
              <a:t> </a:t>
            </a:r>
          </a:p>
          <a:p>
            <a:pPr lvl="1"/>
            <a:r>
              <a:rPr lang="en-IN" sz="2500" dirty="0"/>
              <a:t>Identifying trends and patterns </a:t>
            </a:r>
          </a:p>
          <a:p>
            <a:pPr lvl="1"/>
            <a:r>
              <a:rPr lang="en-IN" sz="2500" dirty="0"/>
              <a:t>Supporting data-driven decision-making </a:t>
            </a:r>
          </a:p>
          <a:p>
            <a:r>
              <a:rPr lang="en-IN" sz="2500" dirty="0"/>
              <a:t>Power BI provides an efficient platform for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55212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SUGGESTIONS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241951"/>
            <a:ext cx="834138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ride cancellations through better driver allocation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peak hours for pricing optimization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experience to increase ratings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high-performing vehicle categories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digital payments like UPI </a:t>
            </a:r>
          </a:p>
        </p:txBody>
      </p:sp>
    </p:spTree>
    <p:extLst>
      <p:ext uri="{BB962C8B-B14F-4D97-AF65-F5344CB8AC3E}">
        <p14:creationId xmlns:p14="http://schemas.microsoft.com/office/powerpoint/2010/main" val="366940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00927" y="2326106"/>
            <a:ext cx="96894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 smtClean="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IN" sz="8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8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558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Retrospect</vt:lpstr>
      <vt:lpstr>Uber Ride Analytics Dashboard</vt:lpstr>
      <vt:lpstr>INTRODUCTION</vt:lpstr>
      <vt:lpstr>PROJECT OBJECTIVES</vt:lpstr>
      <vt:lpstr>DATASET</vt:lpstr>
      <vt:lpstr>DATASET DESCRIPTION</vt:lpstr>
      <vt:lpstr>TOOLS &amp; TECHNOLOGIES</vt:lpstr>
      <vt:lpstr>DASHBOARD</vt:lpstr>
      <vt:lpstr>DASHBOARD OVERVIEW</vt:lpstr>
      <vt:lpstr>KPI METRICS</vt:lpstr>
      <vt:lpstr>VISUALIZATIONS USED</vt:lpstr>
      <vt:lpstr>FILTERS (INTERACTIVITY)</vt:lpstr>
      <vt:lpstr>KEY INSIGHTS</vt:lpstr>
      <vt:lpstr>CONCLUSION</vt:lpstr>
      <vt:lpstr>SUGGESTIONS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Ride Analytics Dashboard</dc:title>
  <dc:creator>USER</dc:creator>
  <cp:lastModifiedBy>USER</cp:lastModifiedBy>
  <cp:revision>5</cp:revision>
  <dcterms:created xsi:type="dcterms:W3CDTF">2026-06-07T06:39:18Z</dcterms:created>
  <dcterms:modified xsi:type="dcterms:W3CDTF">2026-06-07T07:41:47Z</dcterms:modified>
</cp:coreProperties>
</file>